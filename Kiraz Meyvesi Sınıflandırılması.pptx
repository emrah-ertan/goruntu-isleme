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60" r:id="rId5"/>
    <p:sldId id="261" r:id="rId6"/>
    <p:sldId id="263" r:id="rId7"/>
    <p:sldId id="264" r:id="rId8"/>
    <p:sldId id="265" r:id="rId9"/>
    <p:sldId id="266" r:id="rId10"/>
    <p:sldId id="259" r:id="rId11"/>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Varsayılan Bölüm" id="{A4672AB8-467D-4564-803A-9A4D6F266096}">
          <p14:sldIdLst>
            <p14:sldId id="256"/>
            <p14:sldId id="257"/>
            <p14:sldId id="258"/>
            <p14:sldId id="260"/>
            <p14:sldId id="261"/>
            <p14:sldId id="263"/>
            <p14:sldId id="264"/>
            <p14:sldId id="265"/>
            <p14:sldId id="266"/>
            <p14:sldId id="259"/>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9" d="100"/>
          <a:sy n="89" d="100"/>
        </p:scale>
        <p:origin x="-1099" y="-62"/>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sp>
        <p:nvSpPr>
          <p:cNvPr id="8" name="Rectangle 7"/>
          <p:cNvSpPr/>
          <p:nvPr/>
        </p:nvSpPr>
        <p:spPr>
          <a:xfrm>
            <a:off x="777240" y="0"/>
            <a:ext cx="7543800" cy="304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ctrTitle"/>
          </p:nvPr>
        </p:nvSpPr>
        <p:spPr>
          <a:xfrm>
            <a:off x="762000" y="3200400"/>
            <a:ext cx="7543800" cy="1524000"/>
          </a:xfrm>
        </p:spPr>
        <p:txBody>
          <a:bodyPr>
            <a:noAutofit/>
          </a:bodyPr>
          <a:lstStyle>
            <a:lvl1pPr>
              <a:defRPr sz="8000"/>
            </a:lvl1pPr>
          </a:lstStyle>
          <a:p>
            <a:r>
              <a:rPr lang="tr-TR" smtClean="0"/>
              <a:t>Asıl başlık stili için tıklatın</a:t>
            </a:r>
            <a:endParaRPr lang="en-US" dirty="0"/>
          </a:p>
        </p:txBody>
      </p:sp>
      <p:sp>
        <p:nvSpPr>
          <p:cNvPr id="3" name="Subtitle 2"/>
          <p:cNvSpPr>
            <a:spLocks noGrp="1"/>
          </p:cNvSpPr>
          <p:nvPr>
            <p:ph type="subTitle" idx="1"/>
          </p:nvPr>
        </p:nvSpPr>
        <p:spPr>
          <a:xfrm>
            <a:off x="762000" y="4724400"/>
            <a:ext cx="6858000" cy="990600"/>
          </a:xfrm>
        </p:spPr>
        <p:txBody>
          <a:bodyPr anchor="t" anchorCtr="0">
            <a:normAutofit/>
          </a:bodyPr>
          <a:lstStyle>
            <a:lvl1pPr marL="0" indent="0" algn="l">
              <a:buNone/>
              <a:defRPr sz="2800">
                <a:solidFill>
                  <a:schemeClr val="tx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en-US" dirty="0"/>
          </a:p>
        </p:txBody>
      </p:sp>
      <p:sp>
        <p:nvSpPr>
          <p:cNvPr id="4" name="Date Placeholder 3"/>
          <p:cNvSpPr>
            <a:spLocks noGrp="1"/>
          </p:cNvSpPr>
          <p:nvPr>
            <p:ph type="dt" sz="half" idx="10"/>
          </p:nvPr>
        </p:nvSpPr>
        <p:spPr/>
        <p:txBody>
          <a:bodyPr/>
          <a:lstStyle/>
          <a:p>
            <a:fld id="{A23720DD-5B6D-40BF-8493-A6B52D484E6B}" type="datetimeFigureOut">
              <a:rPr lang="tr-TR" smtClean="0"/>
              <a:t>12.11.2022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302176B-0E47-46AC-8F43-DAB4B8A37D06}" type="slidenum">
              <a:rPr lang="tr-TR" smtClean="0"/>
              <a:t>‹#›</a:t>
            </a:fld>
            <a:endParaRPr lang="tr-TR"/>
          </a:p>
        </p:txBody>
      </p:sp>
      <p:sp>
        <p:nvSpPr>
          <p:cNvPr id="7" name="Rectangle 6"/>
          <p:cNvSpPr/>
          <p:nvPr/>
        </p:nvSpPr>
        <p:spPr>
          <a:xfrm>
            <a:off x="777240" y="6172200"/>
            <a:ext cx="7543800" cy="274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a:p>
        </p:txBody>
      </p:sp>
      <p:sp>
        <p:nvSpPr>
          <p:cNvPr id="3" name="Content Placeholder 2"/>
          <p:cNvSpPr>
            <a:spLocks noGrp="1"/>
          </p:cNvSpPr>
          <p:nvPr>
            <p:ph idx="1"/>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Date Placeholder 3"/>
          <p:cNvSpPr>
            <a:spLocks noGrp="1"/>
          </p:cNvSpPr>
          <p:nvPr>
            <p:ph type="dt" sz="half" idx="10"/>
          </p:nvPr>
        </p:nvSpPr>
        <p:spPr/>
        <p:txBody>
          <a:bodyPr/>
          <a:lstStyle/>
          <a:p>
            <a:fld id="{A23720DD-5B6D-40BF-8493-A6B52D484E6B}" type="datetimeFigureOut">
              <a:rPr lang="tr-TR" smtClean="0"/>
              <a:t>12.11.2022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Bölüm Üstbilgisi">
    <p:spTree>
      <p:nvGrpSpPr>
        <p:cNvPr id="1" name=""/>
        <p:cNvGrpSpPr/>
        <p:nvPr/>
      </p:nvGrpSpPr>
      <p:grpSpPr>
        <a:xfrm>
          <a:off x="0" y="0"/>
          <a:ext cx="0" cy="0"/>
          <a:chOff x="0" y="0"/>
          <a:chExt cx="0" cy="0"/>
        </a:xfrm>
      </p:grpSpPr>
      <p:sp>
        <p:nvSpPr>
          <p:cNvPr id="7" name="Rectangle 6"/>
          <p:cNvSpPr/>
          <p:nvPr/>
        </p:nvSpPr>
        <p:spPr>
          <a:xfrm>
            <a:off x="777240" y="0"/>
            <a:ext cx="7543800" cy="304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62000" y="3276600"/>
            <a:ext cx="7543800" cy="1676400"/>
          </a:xfrm>
        </p:spPr>
        <p:txBody>
          <a:bodyPr anchor="b" anchorCtr="0"/>
          <a:lstStyle>
            <a:lvl1pPr algn="l">
              <a:defRPr sz="5400" b="0" cap="all"/>
            </a:lvl1pPr>
          </a:lstStyle>
          <a:p>
            <a:r>
              <a:rPr lang="tr-TR" smtClean="0"/>
              <a:t>Asıl başlık stili için tıklatın</a:t>
            </a:r>
            <a:endParaRPr lang="en-US" dirty="0"/>
          </a:p>
        </p:txBody>
      </p:sp>
      <p:sp>
        <p:nvSpPr>
          <p:cNvPr id="3" name="Text Placeholder 2"/>
          <p:cNvSpPr>
            <a:spLocks noGrp="1"/>
          </p:cNvSpPr>
          <p:nvPr>
            <p:ph type="body" idx="1"/>
          </p:nvPr>
        </p:nvSpPr>
        <p:spPr>
          <a:xfrm>
            <a:off x="762000" y="4953000"/>
            <a:ext cx="6858000" cy="914400"/>
          </a:xfrm>
        </p:spPr>
        <p:txBody>
          <a:bodyPr anchor="t" anchorCtr="0">
            <a:normAutofit/>
          </a:bodyPr>
          <a:lstStyle>
            <a:lvl1pPr marL="0" indent="0">
              <a:buNone/>
              <a:defRPr sz="2800">
                <a:solidFill>
                  <a:schemeClr val="tx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Date Placeholder 3"/>
          <p:cNvSpPr>
            <a:spLocks noGrp="1"/>
          </p:cNvSpPr>
          <p:nvPr>
            <p:ph type="dt" sz="half" idx="10"/>
          </p:nvPr>
        </p:nvSpPr>
        <p:spPr/>
        <p:txBody>
          <a:bodyPr/>
          <a:lstStyle/>
          <a:p>
            <a:fld id="{A23720DD-5B6D-40BF-8493-A6B52D484E6B}" type="datetimeFigureOut">
              <a:rPr lang="tr-TR" smtClean="0"/>
              <a:t>12.11.2022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302176B-0E47-46AC-8F43-DAB4B8A37D06}" type="slidenum">
              <a:rPr lang="tr-TR" smtClean="0"/>
              <a:t>‹#›</a:t>
            </a:fld>
            <a:endParaRPr lang="tr-TR"/>
          </a:p>
        </p:txBody>
      </p:sp>
      <p:sp>
        <p:nvSpPr>
          <p:cNvPr id="8" name="Rectangle 7"/>
          <p:cNvSpPr/>
          <p:nvPr/>
        </p:nvSpPr>
        <p:spPr>
          <a:xfrm>
            <a:off x="777240" y="6172200"/>
            <a:ext cx="7543800" cy="274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a:p>
        </p:txBody>
      </p:sp>
      <p:sp>
        <p:nvSpPr>
          <p:cNvPr id="3" name="Content Placeholder 2"/>
          <p:cNvSpPr>
            <a:spLocks noGrp="1"/>
          </p:cNvSpPr>
          <p:nvPr>
            <p:ph sz="half" idx="1"/>
          </p:nvPr>
        </p:nvSpPr>
        <p:spPr>
          <a:xfrm>
            <a:off x="762000" y="609601"/>
            <a:ext cx="3657600" cy="376732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Content Placeholder 3"/>
          <p:cNvSpPr>
            <a:spLocks noGrp="1"/>
          </p:cNvSpPr>
          <p:nvPr>
            <p:ph sz="half" idx="2"/>
          </p:nvPr>
        </p:nvSpPr>
        <p:spPr>
          <a:xfrm>
            <a:off x="4648200" y="609601"/>
            <a:ext cx="3657600" cy="376732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5" name="Date Placeholder 4"/>
          <p:cNvSpPr>
            <a:spLocks noGrp="1"/>
          </p:cNvSpPr>
          <p:nvPr>
            <p:ph type="dt" sz="half" idx="10"/>
          </p:nvPr>
        </p:nvSpPr>
        <p:spPr/>
        <p:txBody>
          <a:bodyPr/>
          <a:lstStyle/>
          <a:p>
            <a:fld id="{A23720DD-5B6D-40BF-8493-A6B52D484E6B}" type="datetimeFigureOut">
              <a:rPr lang="tr-TR" smtClean="0"/>
              <a:t>12.11.2022</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tr-TR" smtClean="0"/>
              <a:t>Asıl başlık stili için tıklatın</a:t>
            </a:r>
            <a:endParaRPr lang="en-US" dirty="0"/>
          </a:p>
        </p:txBody>
      </p:sp>
      <p:sp>
        <p:nvSpPr>
          <p:cNvPr id="3" name="Text Placeholder 2"/>
          <p:cNvSpPr>
            <a:spLocks noGrp="1"/>
          </p:cNvSpPr>
          <p:nvPr>
            <p:ph type="body" idx="1"/>
          </p:nvPr>
        </p:nvSpPr>
        <p:spPr>
          <a:xfrm>
            <a:off x="758952" y="609600"/>
            <a:ext cx="3657600" cy="639762"/>
          </a:xfrm>
        </p:spPr>
        <p:txBody>
          <a:bodyPr anchor="b">
            <a:noAutofit/>
          </a:bodyPr>
          <a:lstStyle>
            <a:lvl1pPr marL="0" indent="0">
              <a:buNone/>
              <a:defRPr sz="28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Content Placeholder 3"/>
          <p:cNvSpPr>
            <a:spLocks noGrp="1"/>
          </p:cNvSpPr>
          <p:nvPr>
            <p:ph sz="half" idx="2"/>
          </p:nvPr>
        </p:nvSpPr>
        <p:spPr>
          <a:xfrm>
            <a:off x="758952" y="1329264"/>
            <a:ext cx="3657600" cy="3048000"/>
          </a:xfrm>
        </p:spPr>
        <p:txBody>
          <a:bodyPr anchor="t" anchorCtr="0"/>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5" name="Text Placeholder 4"/>
          <p:cNvSpPr>
            <a:spLocks noGrp="1"/>
          </p:cNvSpPr>
          <p:nvPr>
            <p:ph type="body" sz="quarter" idx="3"/>
          </p:nvPr>
        </p:nvSpPr>
        <p:spPr>
          <a:xfrm>
            <a:off x="4645152" y="609600"/>
            <a:ext cx="3657600" cy="639762"/>
          </a:xfrm>
        </p:spPr>
        <p:txBody>
          <a:bodyPr anchor="b">
            <a:noAutofit/>
          </a:bodyPr>
          <a:lstStyle>
            <a:lvl1pPr marL="0" indent="0">
              <a:buNone/>
              <a:defRPr sz="2800" b="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6" name="Content Placeholder 5"/>
          <p:cNvSpPr>
            <a:spLocks noGrp="1"/>
          </p:cNvSpPr>
          <p:nvPr>
            <p:ph sz="quarter" idx="4"/>
          </p:nvPr>
        </p:nvSpPr>
        <p:spPr>
          <a:xfrm>
            <a:off x="4645152" y="1329264"/>
            <a:ext cx="3657600" cy="3048000"/>
          </a:xfrm>
        </p:spPr>
        <p:txBody>
          <a:bodyPr anchor="t" anchorCtr="0"/>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7" name="Date Placeholder 6"/>
          <p:cNvSpPr>
            <a:spLocks noGrp="1"/>
          </p:cNvSpPr>
          <p:nvPr>
            <p:ph type="dt" sz="half" idx="10"/>
          </p:nvPr>
        </p:nvSpPr>
        <p:spPr/>
        <p:txBody>
          <a:bodyPr/>
          <a:lstStyle/>
          <a:p>
            <a:fld id="{A23720DD-5B6D-40BF-8493-A6B52D484E6B}" type="datetimeFigureOut">
              <a:rPr lang="tr-TR" smtClean="0"/>
              <a:t>12.11.2022</a:t>
            </a:fld>
            <a:endParaRPr lang="tr-TR"/>
          </a:p>
        </p:txBody>
      </p:sp>
      <p:sp>
        <p:nvSpPr>
          <p:cNvPr id="8" name="Footer Placeholder 7"/>
          <p:cNvSpPr>
            <a:spLocks noGrp="1"/>
          </p:cNvSpPr>
          <p:nvPr>
            <p:ph type="ftr" sz="quarter" idx="11"/>
          </p:nvPr>
        </p:nvSpPr>
        <p:spPr/>
        <p:txBody>
          <a:bodyPr/>
          <a:lstStyle/>
          <a:p>
            <a:endParaRPr lang="tr-TR"/>
          </a:p>
        </p:txBody>
      </p:sp>
      <p:sp>
        <p:nvSpPr>
          <p:cNvPr id="9" name="Slide Number Placeholder 8"/>
          <p:cNvSpPr>
            <a:spLocks noGrp="1"/>
          </p:cNvSpPr>
          <p:nvPr>
            <p:ph type="sldNum" sz="quarter" idx="12"/>
          </p:nvPr>
        </p:nvSpPr>
        <p:spPr/>
        <p:txBody>
          <a:bodyPr/>
          <a:lstStyle/>
          <a:p>
            <a:fld id="{F302176B-0E47-46AC-8F43-DAB4B8A37D06}" type="slidenum">
              <a:rPr lang="tr-TR" smtClean="0"/>
              <a:t>‹#›</a:t>
            </a:fld>
            <a:endParaRPr lang="tr-TR"/>
          </a:p>
        </p:txBody>
      </p:sp>
      <p:cxnSp>
        <p:nvCxnSpPr>
          <p:cNvPr id="11" name="Straight Connector 10"/>
          <p:cNvCxnSpPr/>
          <p:nvPr/>
        </p:nvCxnSpPr>
        <p:spPr>
          <a:xfrm>
            <a:off x="758952" y="1249362"/>
            <a:ext cx="36576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4645152" y="1249362"/>
            <a:ext cx="3657600" cy="1588"/>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dirty="0"/>
          </a:p>
        </p:txBody>
      </p:sp>
      <p:sp>
        <p:nvSpPr>
          <p:cNvPr id="3" name="Date Placeholder 2"/>
          <p:cNvSpPr>
            <a:spLocks noGrp="1"/>
          </p:cNvSpPr>
          <p:nvPr>
            <p:ph type="dt" sz="half" idx="10"/>
          </p:nvPr>
        </p:nvSpPr>
        <p:spPr/>
        <p:txBody>
          <a:bodyPr/>
          <a:lstStyle/>
          <a:p>
            <a:fld id="{A23720DD-5B6D-40BF-8493-A6B52D484E6B}" type="datetimeFigureOut">
              <a:rPr lang="tr-TR" smtClean="0"/>
              <a:t>12.11.2022</a:t>
            </a:fld>
            <a:endParaRPr lang="tr-TR"/>
          </a:p>
        </p:txBody>
      </p:sp>
      <p:sp>
        <p:nvSpPr>
          <p:cNvPr id="4" name="Footer Placeholder 3"/>
          <p:cNvSpPr>
            <a:spLocks noGrp="1"/>
          </p:cNvSpPr>
          <p:nvPr>
            <p:ph type="ftr" sz="quarter" idx="11"/>
          </p:nvPr>
        </p:nvSpPr>
        <p:spPr/>
        <p:txBody>
          <a:bodyPr/>
          <a:lstStyle/>
          <a:p>
            <a:endParaRPr lang="tr-TR"/>
          </a:p>
        </p:txBody>
      </p:sp>
      <p:sp>
        <p:nvSpPr>
          <p:cNvPr id="5" name="Slide Number Placeholder 4"/>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23720DD-5B6D-40BF-8493-A6B52D484E6B}" type="datetimeFigureOut">
              <a:rPr lang="tr-TR" smtClean="0"/>
              <a:t>12.11.2022</a:t>
            </a:fld>
            <a:endParaRPr lang="tr-TR"/>
          </a:p>
        </p:txBody>
      </p:sp>
      <p:sp>
        <p:nvSpPr>
          <p:cNvPr id="3" name="Footer Placeholder 2"/>
          <p:cNvSpPr>
            <a:spLocks noGrp="1"/>
          </p:cNvSpPr>
          <p:nvPr>
            <p:ph type="ftr" sz="quarter" idx="11"/>
          </p:nvPr>
        </p:nvSpPr>
        <p:spPr/>
        <p:txBody>
          <a:bodyPr/>
          <a:lstStyle/>
          <a:p>
            <a:endParaRPr lang="tr-TR"/>
          </a:p>
        </p:txBody>
      </p:sp>
      <p:sp>
        <p:nvSpPr>
          <p:cNvPr id="4" name="Slide Number Placeholder 3"/>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762000" y="4572000"/>
            <a:ext cx="6784848" cy="1600200"/>
          </a:xfrm>
        </p:spPr>
        <p:txBody>
          <a:bodyPr anchor="b">
            <a:normAutofit/>
          </a:bodyPr>
          <a:lstStyle>
            <a:lvl1pPr algn="l">
              <a:defRPr sz="5400" b="0"/>
            </a:lvl1pPr>
          </a:lstStyle>
          <a:p>
            <a:r>
              <a:rPr lang="tr-TR" smtClean="0"/>
              <a:t>Asıl başlık stili için tıklatın</a:t>
            </a:r>
            <a:endParaRPr lang="en-US"/>
          </a:p>
        </p:txBody>
      </p:sp>
      <p:sp>
        <p:nvSpPr>
          <p:cNvPr id="3" name="Content Placeholder 2"/>
          <p:cNvSpPr>
            <a:spLocks noGrp="1"/>
          </p:cNvSpPr>
          <p:nvPr>
            <p:ph idx="1"/>
          </p:nvPr>
        </p:nvSpPr>
        <p:spPr>
          <a:xfrm>
            <a:off x="3710866" y="457200"/>
            <a:ext cx="4594934" cy="4114799"/>
          </a:xfrm>
        </p:spPr>
        <p:txBody>
          <a:bodyPr/>
          <a:lstStyle>
            <a:lvl1pPr>
              <a:defRPr sz="2400"/>
            </a:lvl1pPr>
            <a:lvl2pPr>
              <a:defRPr sz="2200"/>
            </a:lvl2pPr>
            <a:lvl3pPr>
              <a:defRPr sz="2000"/>
            </a:lvl3pPr>
            <a:lvl4pPr>
              <a:defRPr sz="1800"/>
            </a:lvl4pPr>
            <a:lvl5pPr>
              <a:defRPr sz="18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Text Placeholder 3"/>
          <p:cNvSpPr>
            <a:spLocks noGrp="1"/>
          </p:cNvSpPr>
          <p:nvPr>
            <p:ph type="body" sz="half" idx="2"/>
          </p:nvPr>
        </p:nvSpPr>
        <p:spPr>
          <a:xfrm>
            <a:off x="762001" y="457200"/>
            <a:ext cx="2673657" cy="4114800"/>
          </a:xfrm>
        </p:spPr>
        <p:txBody>
          <a:bodyPr>
            <a:normAutofit/>
          </a:bodyPr>
          <a:lstStyle>
            <a:lvl1pPr marL="0" indent="0">
              <a:buNone/>
              <a:defRPr sz="21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Date Placeholder 4"/>
          <p:cNvSpPr>
            <a:spLocks noGrp="1"/>
          </p:cNvSpPr>
          <p:nvPr>
            <p:ph type="dt" sz="half" idx="10"/>
          </p:nvPr>
        </p:nvSpPr>
        <p:spPr/>
        <p:txBody>
          <a:bodyPr/>
          <a:lstStyle/>
          <a:p>
            <a:fld id="{A23720DD-5B6D-40BF-8493-A6B52D484E6B}" type="datetimeFigureOut">
              <a:rPr lang="tr-TR" smtClean="0"/>
              <a:t>12.11.2022</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F302176B-0E47-46AC-8F43-DAB4B8A37D06}" type="slidenum">
              <a:rPr lang="tr-TR" smtClean="0"/>
              <a:t>‹#›</a:t>
            </a:fld>
            <a:endParaRPr lang="tr-TR"/>
          </a:p>
        </p:txBody>
      </p:sp>
      <p:cxnSp>
        <p:nvCxnSpPr>
          <p:cNvPr id="10" name="Straight Connector 9"/>
          <p:cNvCxnSpPr/>
          <p:nvPr/>
        </p:nvCxnSpPr>
        <p:spPr>
          <a:xfrm rot="5400000">
            <a:off x="1677194" y="2514600"/>
            <a:ext cx="3810000" cy="1588"/>
          </a:xfrm>
          <a:prstGeom prst="line">
            <a:avLst/>
          </a:prstGeom>
          <a:ln>
            <a:solidFill>
              <a:schemeClr val="tx2">
                <a:lumMod val="50000"/>
                <a:lumOff val="50000"/>
              </a:schemeClr>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758952" y="4572000"/>
            <a:ext cx="6784848" cy="1600200"/>
          </a:xfrm>
        </p:spPr>
        <p:txBody>
          <a:bodyPr anchor="b">
            <a:normAutofit/>
          </a:bodyPr>
          <a:lstStyle>
            <a:lvl1pPr algn="l">
              <a:defRPr sz="5400" b="0"/>
            </a:lvl1pPr>
          </a:lstStyle>
          <a:p>
            <a:r>
              <a:rPr lang="tr-TR" smtClean="0"/>
              <a:t>Asıl başlık stili için tıklatın</a:t>
            </a:r>
            <a:endParaRPr lang="en-US" dirty="0"/>
          </a:p>
        </p:txBody>
      </p:sp>
      <p:sp>
        <p:nvSpPr>
          <p:cNvPr id="3" name="Picture Placeholder 2"/>
          <p:cNvSpPr>
            <a:spLocks noGrp="1"/>
          </p:cNvSpPr>
          <p:nvPr>
            <p:ph type="pic" idx="1"/>
          </p:nvPr>
        </p:nvSpPr>
        <p:spPr>
          <a:xfrm>
            <a:off x="777240" y="457200"/>
            <a:ext cx="7543800" cy="2895600"/>
          </a:xfrm>
          <a:ln w="6350">
            <a:solidFill>
              <a:schemeClr val="tx2"/>
            </a:solidFill>
          </a:ln>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tr-TR" smtClean="0"/>
              <a:t>Resim eklemek için simgeyi tıklatın</a:t>
            </a:r>
            <a:endParaRPr lang="en-US"/>
          </a:p>
        </p:txBody>
      </p:sp>
      <p:sp>
        <p:nvSpPr>
          <p:cNvPr id="4" name="Text Placeholder 3"/>
          <p:cNvSpPr>
            <a:spLocks noGrp="1"/>
          </p:cNvSpPr>
          <p:nvPr>
            <p:ph type="body" sz="half" idx="2"/>
          </p:nvPr>
        </p:nvSpPr>
        <p:spPr>
          <a:xfrm>
            <a:off x="850392" y="3505200"/>
            <a:ext cx="7391400" cy="804862"/>
          </a:xfrm>
        </p:spPr>
        <p:txBody>
          <a:bodyPr anchor="t" anchorCtr="0">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Date Placeholder 4"/>
          <p:cNvSpPr>
            <a:spLocks noGrp="1"/>
          </p:cNvSpPr>
          <p:nvPr>
            <p:ph type="dt" sz="half" idx="10"/>
          </p:nvPr>
        </p:nvSpPr>
        <p:spPr/>
        <p:txBody>
          <a:bodyPr/>
          <a:lstStyle/>
          <a:p>
            <a:fld id="{A23720DD-5B6D-40BF-8493-A6B52D484E6B}" type="datetimeFigureOut">
              <a:rPr lang="tr-TR" smtClean="0"/>
              <a:t>12.11.2022</a:t>
            </a:fld>
            <a:endParaRPr lang="tr-TR"/>
          </a:p>
        </p:txBody>
      </p:sp>
      <p:sp>
        <p:nvSpPr>
          <p:cNvPr id="6" name="Footer Placeholder 5"/>
          <p:cNvSpPr>
            <a:spLocks noGrp="1"/>
          </p:cNvSpPr>
          <p:nvPr>
            <p:ph type="ftr" sz="quarter" idx="11"/>
          </p:nvPr>
        </p:nvSpPr>
        <p:spPr/>
        <p:txBody>
          <a:bodyPr/>
          <a:lstStyle/>
          <a:p>
            <a:endParaRPr lang="tr-TR"/>
          </a:p>
        </p:txBody>
      </p:sp>
      <p:sp>
        <p:nvSpPr>
          <p:cNvPr id="7" name="Slide Number Placeholder 6"/>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smtClean="0"/>
              <a:t>Asıl başlık stili için tıklatın</a:t>
            </a:r>
            <a:endParaRPr lang="en-US" dirty="0"/>
          </a:p>
        </p:txBody>
      </p:sp>
      <p:sp>
        <p:nvSpPr>
          <p:cNvPr id="3" name="Vertical Text Placeholder 2"/>
          <p:cNvSpPr>
            <a:spLocks noGrp="1"/>
          </p:cNvSpPr>
          <p:nvPr>
            <p:ph type="body" orient="vert" idx="1"/>
          </p:nvPr>
        </p:nvSpPr>
        <p:spPr>
          <a:xfrm>
            <a:off x="914400" y="685800"/>
            <a:ext cx="7239000" cy="3886200"/>
          </a:xfrm>
        </p:spPr>
        <p:txBody>
          <a:bodyPr vert="eaVert" anchor="t" anchorCtr="0"/>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Date Placeholder 3"/>
          <p:cNvSpPr>
            <a:spLocks noGrp="1"/>
          </p:cNvSpPr>
          <p:nvPr>
            <p:ph type="dt" sz="half" idx="10"/>
          </p:nvPr>
        </p:nvSpPr>
        <p:spPr/>
        <p:txBody>
          <a:bodyPr/>
          <a:lstStyle/>
          <a:p>
            <a:fld id="{A23720DD-5B6D-40BF-8493-A6B52D484E6B}" type="datetimeFigureOut">
              <a:rPr lang="tr-TR" smtClean="0"/>
              <a:t>12.11.2022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62000" y="685801"/>
            <a:ext cx="1828800" cy="5410199"/>
          </a:xfrm>
        </p:spPr>
        <p:txBody>
          <a:bodyPr vert="eaVert"/>
          <a:lstStyle/>
          <a:p>
            <a:r>
              <a:rPr lang="tr-TR" smtClean="0"/>
              <a:t>Asıl başlık stili için tıklatın</a:t>
            </a:r>
            <a:endParaRPr lang="en-US" dirty="0"/>
          </a:p>
        </p:txBody>
      </p:sp>
      <p:sp>
        <p:nvSpPr>
          <p:cNvPr id="3" name="Vertical Text Placeholder 2"/>
          <p:cNvSpPr>
            <a:spLocks noGrp="1"/>
          </p:cNvSpPr>
          <p:nvPr>
            <p:ph type="body" orient="vert" idx="1"/>
          </p:nvPr>
        </p:nvSpPr>
        <p:spPr>
          <a:xfrm>
            <a:off x="2590800" y="685801"/>
            <a:ext cx="5715000" cy="4876800"/>
          </a:xfrm>
        </p:spPr>
        <p:txBody>
          <a:bodyPr vert="eaVert" anchor="t" anchorCtr="0"/>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a:p>
        </p:txBody>
      </p:sp>
      <p:sp>
        <p:nvSpPr>
          <p:cNvPr id="4" name="Date Placeholder 3"/>
          <p:cNvSpPr>
            <a:spLocks noGrp="1"/>
          </p:cNvSpPr>
          <p:nvPr>
            <p:ph type="dt" sz="half" idx="10"/>
          </p:nvPr>
        </p:nvSpPr>
        <p:spPr/>
        <p:txBody>
          <a:bodyPr/>
          <a:lstStyle/>
          <a:p>
            <a:fld id="{A23720DD-5B6D-40BF-8493-A6B52D484E6B}" type="datetimeFigureOut">
              <a:rPr lang="tr-TR" smtClean="0"/>
              <a:t>12.11.2022</a:t>
            </a:fld>
            <a:endParaRPr lang="tr-TR"/>
          </a:p>
        </p:txBody>
      </p:sp>
      <p:sp>
        <p:nvSpPr>
          <p:cNvPr id="5" name="Footer Placeholder 4"/>
          <p:cNvSpPr>
            <a:spLocks noGrp="1"/>
          </p:cNvSpPr>
          <p:nvPr>
            <p:ph type="ftr" sz="quarter" idx="11"/>
          </p:nvPr>
        </p:nvSpPr>
        <p:spPr/>
        <p:txBody>
          <a:bodyPr/>
          <a:lstStyle/>
          <a:p>
            <a:endParaRPr lang="tr-TR"/>
          </a:p>
        </p:txBody>
      </p:sp>
      <p:sp>
        <p:nvSpPr>
          <p:cNvPr id="6" name="Slide Number Placeholder 5"/>
          <p:cNvSpPr>
            <a:spLocks noGrp="1"/>
          </p:cNvSpPr>
          <p:nvPr>
            <p:ph type="sldNum" sz="quarter" idx="12"/>
          </p:nvPr>
        </p:nvSpPr>
        <p:spPr/>
        <p:txBody>
          <a:bodyPr/>
          <a:lstStyle/>
          <a:p>
            <a:fld id="{F302176B-0E47-46AC-8F43-DAB4B8A37D06}" type="slidenum">
              <a:rPr lang="tr-TR" smtClean="0"/>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2000" y="4572000"/>
            <a:ext cx="6781800" cy="1600200"/>
          </a:xfrm>
          <a:prstGeom prst="rect">
            <a:avLst/>
          </a:prstGeom>
        </p:spPr>
        <p:txBody>
          <a:bodyPr vert="horz" lIns="91440" tIns="45720" rIns="91440" bIns="45720" rtlCol="0" anchor="b" anchorCtr="0">
            <a:normAutofit/>
          </a:bodyPr>
          <a:lstStyle/>
          <a:p>
            <a:r>
              <a:rPr lang="tr-TR" smtClean="0"/>
              <a:t>Asıl başlık stili için tıklatın</a:t>
            </a:r>
            <a:endParaRPr lang="en-US" dirty="0"/>
          </a:p>
        </p:txBody>
      </p:sp>
      <p:sp>
        <p:nvSpPr>
          <p:cNvPr id="3" name="Text Placeholder 2"/>
          <p:cNvSpPr>
            <a:spLocks noGrp="1"/>
          </p:cNvSpPr>
          <p:nvPr>
            <p:ph type="body" idx="1"/>
          </p:nvPr>
        </p:nvSpPr>
        <p:spPr>
          <a:xfrm>
            <a:off x="762000" y="685800"/>
            <a:ext cx="7543800" cy="3886200"/>
          </a:xfrm>
          <a:prstGeom prst="rect">
            <a:avLst/>
          </a:prstGeom>
        </p:spPr>
        <p:txBody>
          <a:bodyPr vert="horz" lIns="91440" tIns="45720" rIns="91440" bIns="45720" rtlCol="0" anchor="ctr" anchorCtr="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en-US" dirty="0"/>
          </a:p>
        </p:txBody>
      </p:sp>
      <p:sp>
        <p:nvSpPr>
          <p:cNvPr id="4" name="Date Placeholder 3"/>
          <p:cNvSpPr>
            <a:spLocks noGrp="1"/>
          </p:cNvSpPr>
          <p:nvPr>
            <p:ph type="dt" sz="half" idx="2"/>
          </p:nvPr>
        </p:nvSpPr>
        <p:spPr>
          <a:xfrm>
            <a:off x="6248400" y="6208776"/>
            <a:ext cx="2133600" cy="365125"/>
          </a:xfrm>
          <a:prstGeom prst="rect">
            <a:avLst/>
          </a:prstGeom>
        </p:spPr>
        <p:txBody>
          <a:bodyPr vert="horz" lIns="91440" tIns="45720" rIns="91440" bIns="45720" rtlCol="0" anchor="ctr"/>
          <a:lstStyle>
            <a:lvl1pPr algn="r">
              <a:defRPr sz="1200" b="1">
                <a:solidFill>
                  <a:schemeClr val="tx2">
                    <a:lumMod val="90000"/>
                    <a:lumOff val="10000"/>
                  </a:schemeClr>
                </a:solidFill>
                <a:latin typeface="+mn-lt"/>
              </a:defRPr>
            </a:lvl1pPr>
          </a:lstStyle>
          <a:p>
            <a:fld id="{A23720DD-5B6D-40BF-8493-A6B52D484E6B}" type="datetimeFigureOut">
              <a:rPr lang="tr-TR" smtClean="0"/>
              <a:t>12.11.2022</a:t>
            </a:fld>
            <a:endParaRPr lang="tr-TR"/>
          </a:p>
        </p:txBody>
      </p:sp>
      <p:sp>
        <p:nvSpPr>
          <p:cNvPr id="5" name="Footer Placeholder 4"/>
          <p:cNvSpPr>
            <a:spLocks noGrp="1"/>
          </p:cNvSpPr>
          <p:nvPr>
            <p:ph type="ftr" sz="quarter" idx="3"/>
          </p:nvPr>
        </p:nvSpPr>
        <p:spPr>
          <a:xfrm>
            <a:off x="761999" y="6208776"/>
            <a:ext cx="4873869" cy="365125"/>
          </a:xfrm>
          <a:prstGeom prst="rect">
            <a:avLst/>
          </a:prstGeom>
        </p:spPr>
        <p:txBody>
          <a:bodyPr vert="horz" lIns="91440" tIns="45720" rIns="91440" bIns="45720" rtlCol="0" anchor="ctr"/>
          <a:lstStyle>
            <a:lvl1pPr algn="l">
              <a:defRPr sz="1200" b="1">
                <a:solidFill>
                  <a:schemeClr val="tx2">
                    <a:lumMod val="90000"/>
                    <a:lumOff val="10000"/>
                  </a:schemeClr>
                </a:solidFill>
              </a:defRPr>
            </a:lvl1pPr>
          </a:lstStyle>
          <a:p>
            <a:endParaRPr lang="tr-TR"/>
          </a:p>
        </p:txBody>
      </p:sp>
      <p:sp>
        <p:nvSpPr>
          <p:cNvPr id="6" name="Slide Number Placeholder 5"/>
          <p:cNvSpPr>
            <a:spLocks noGrp="1"/>
          </p:cNvSpPr>
          <p:nvPr>
            <p:ph type="sldNum" sz="quarter" idx="4"/>
          </p:nvPr>
        </p:nvSpPr>
        <p:spPr>
          <a:xfrm>
            <a:off x="7620000" y="5687568"/>
            <a:ext cx="762000" cy="365125"/>
          </a:xfrm>
          <a:prstGeom prst="rect">
            <a:avLst/>
          </a:prstGeom>
        </p:spPr>
        <p:txBody>
          <a:bodyPr vert="horz" lIns="91440" tIns="45720" rIns="91440" bIns="45720" rtlCol="0" anchor="ctr"/>
          <a:lstStyle>
            <a:lvl1pPr algn="r">
              <a:defRPr sz="2400">
                <a:solidFill>
                  <a:schemeClr val="tx1">
                    <a:lumMod val="85000"/>
                    <a:lumOff val="15000"/>
                  </a:schemeClr>
                </a:solidFill>
                <a:latin typeface="+mj-lt"/>
              </a:defRPr>
            </a:lvl1pPr>
          </a:lstStyle>
          <a:p>
            <a:fld id="{F302176B-0E47-46AC-8F43-DAB4B8A37D06}" type="slidenum">
              <a:rPr lang="tr-TR" smtClean="0"/>
              <a:t>‹#›</a:t>
            </a:fld>
            <a:endParaRPr lang="tr-TR"/>
          </a:p>
        </p:txBody>
      </p:sp>
      <p:sp>
        <p:nvSpPr>
          <p:cNvPr id="8" name="Rectangle 7"/>
          <p:cNvSpPr/>
          <p:nvPr/>
        </p:nvSpPr>
        <p:spPr>
          <a:xfrm>
            <a:off x="777240" y="0"/>
            <a:ext cx="7543800" cy="381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777240" y="6172200"/>
            <a:ext cx="7543800" cy="27432"/>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spcBef>
          <a:spcPct val="0"/>
        </a:spcBef>
        <a:buNone/>
        <a:defRPr sz="5400" kern="1200">
          <a:solidFill>
            <a:schemeClr val="tx1">
              <a:lumMod val="85000"/>
              <a:lumOff val="15000"/>
            </a:schemeClr>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Font typeface="Arial" pitchFamily="34" charset="0"/>
        <a:buChar char="•"/>
        <a:defRPr sz="2400" kern="1200">
          <a:solidFill>
            <a:schemeClr val="tx2"/>
          </a:solidFill>
          <a:latin typeface="+mn-lt"/>
          <a:ea typeface="+mn-ea"/>
          <a:cs typeface="+mn-cs"/>
        </a:defRPr>
      </a:lvl1pPr>
      <a:lvl2pPr marL="594360" indent="-274320" algn="l" defTabSz="914400" rtl="0" eaLnBrk="1" latinLnBrk="0" hangingPunct="1">
        <a:spcBef>
          <a:spcPct val="20000"/>
        </a:spcBef>
        <a:buClr>
          <a:schemeClr val="accent1"/>
        </a:buClr>
        <a:buFont typeface="Arial" pitchFamily="34" charset="0"/>
        <a:buChar char="•"/>
        <a:defRPr sz="2200" kern="1200">
          <a:solidFill>
            <a:schemeClr val="tx2"/>
          </a:solidFill>
          <a:latin typeface="+mn-lt"/>
          <a:ea typeface="+mn-ea"/>
          <a:cs typeface="+mn-cs"/>
        </a:defRPr>
      </a:lvl2pPr>
      <a:lvl3pPr marL="868680" indent="-228600" algn="l" defTabSz="914400" rtl="0" eaLnBrk="1" latinLnBrk="0" hangingPunct="1">
        <a:spcBef>
          <a:spcPct val="20000"/>
        </a:spcBef>
        <a:buClr>
          <a:schemeClr val="accent1"/>
        </a:buClr>
        <a:buFont typeface="Arial" pitchFamily="34" charset="0"/>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Font typeface="Arial" pitchFamily="34" charset="0"/>
        <a:buChar char="•"/>
        <a:defRPr sz="1800" kern="1200">
          <a:solidFill>
            <a:schemeClr val="tx2"/>
          </a:solidFill>
          <a:latin typeface="+mn-lt"/>
          <a:ea typeface="+mn-ea"/>
          <a:cs typeface="+mn-cs"/>
        </a:defRPr>
      </a:lvl4pPr>
      <a:lvl5pPr marL="1371600" indent="-228600" algn="l" defTabSz="914400" rtl="0" eaLnBrk="1" latinLnBrk="0" hangingPunct="1">
        <a:spcBef>
          <a:spcPct val="20000"/>
        </a:spcBef>
        <a:buClr>
          <a:schemeClr val="accent1"/>
        </a:buClr>
        <a:buFont typeface="Arial" pitchFamily="34" charset="0"/>
        <a:buChar char="•"/>
        <a:defRPr sz="1800" kern="1200" baseline="0">
          <a:solidFill>
            <a:schemeClr val="tx2"/>
          </a:solidFill>
          <a:latin typeface="+mn-lt"/>
          <a:ea typeface="+mn-ea"/>
          <a:cs typeface="+mn-cs"/>
        </a:defRPr>
      </a:lvl5pPr>
      <a:lvl6pPr marL="164592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6pPr>
      <a:lvl7pPr marL="1901952"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7pPr>
      <a:lvl8pPr marL="219456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8pPr>
      <a:lvl9pPr marL="2468880" indent="-228600" algn="l" defTabSz="914400" rtl="0" eaLnBrk="1" latinLnBrk="0" hangingPunct="1">
        <a:spcBef>
          <a:spcPct val="20000"/>
        </a:spcBef>
        <a:buClr>
          <a:schemeClr val="accent1"/>
        </a:buClr>
        <a:buFont typeface="Arial" pitchFamily="34" charset="0"/>
        <a:buChar char="•"/>
        <a:defRPr sz="16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ctrTitle"/>
          </p:nvPr>
        </p:nvSpPr>
        <p:spPr>
          <a:xfrm>
            <a:off x="755576" y="1412776"/>
            <a:ext cx="7772400" cy="1470025"/>
          </a:xfrm>
        </p:spPr>
        <p:txBody>
          <a:bodyPr/>
          <a:lstStyle/>
          <a:p>
            <a:r>
              <a:rPr lang="tr-TR" sz="5400" dirty="0" smtClean="0"/>
              <a:t>Görüntü İşleme Teknikleri ile Kiraz Meyvesinin Sınıflandırılması</a:t>
            </a:r>
            <a:endParaRPr lang="tr-TR" sz="5400" dirty="0"/>
          </a:p>
        </p:txBody>
      </p:sp>
    </p:spTree>
    <p:extLst>
      <p:ext uri="{BB962C8B-B14F-4D97-AF65-F5344CB8AC3E}">
        <p14:creationId xmlns:p14="http://schemas.microsoft.com/office/powerpoint/2010/main" val="34861489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755576" y="620688"/>
            <a:ext cx="6781800" cy="1600200"/>
          </a:xfrm>
        </p:spPr>
        <p:txBody>
          <a:bodyPr/>
          <a:lstStyle/>
          <a:p>
            <a:r>
              <a:rPr lang="tr-TR" dirty="0" smtClean="0"/>
              <a:t>Önbilgi</a:t>
            </a:r>
            <a:endParaRPr lang="tr-TR" dirty="0"/>
          </a:p>
        </p:txBody>
      </p:sp>
      <p:sp>
        <p:nvSpPr>
          <p:cNvPr id="3" name="İçerik Yer Tutucusu 2"/>
          <p:cNvSpPr>
            <a:spLocks noGrp="1"/>
          </p:cNvSpPr>
          <p:nvPr>
            <p:ph idx="1"/>
          </p:nvPr>
        </p:nvSpPr>
        <p:spPr>
          <a:xfrm>
            <a:off x="755576" y="2132856"/>
            <a:ext cx="7543800" cy="3886200"/>
          </a:xfrm>
        </p:spPr>
        <p:txBody>
          <a:bodyPr>
            <a:normAutofit fontScale="92500"/>
          </a:bodyPr>
          <a:lstStyle/>
          <a:p>
            <a:r>
              <a:rPr lang="tr-TR" dirty="0" smtClean="0"/>
              <a:t>Bu çalışmada, görüntü işleme teknikleri ile kiraz meyvesinin büyüklüğüne göre küçük, orta ya da büyük olarak sınıflandırılması amaçlanmıştır.</a:t>
            </a:r>
          </a:p>
          <a:p>
            <a:r>
              <a:rPr lang="tr-TR" dirty="0"/>
              <a:t>Bu amaçla, görüntü işleme yöntemleri ile görüntünün arka planı siyah bir zemin haline getirilerek sınıflandırılacak kiraz meyvesinin arka planı temizlenmiştir. Daha sonra elde edilen görüntü çeşitli filtreleme işlemlerine tabi tutulmuş ve belirli algoritmalar ile kirazların sınır alanları belirlenmiştir. Sınırları belirlenen kirazlara ait boyut bilgisi hesaplanarak, kirazlara ait boyutsal sınıflandırma işlemi </a:t>
            </a:r>
            <a:r>
              <a:rPr lang="tr-TR" dirty="0" smtClean="0"/>
              <a:t>gerçekleştirilmiştir.</a:t>
            </a:r>
            <a:endParaRPr lang="tr-TR" dirty="0"/>
          </a:p>
        </p:txBody>
      </p:sp>
    </p:spTree>
    <p:extLst>
      <p:ext uri="{BB962C8B-B14F-4D97-AF65-F5344CB8AC3E}">
        <p14:creationId xmlns:p14="http://schemas.microsoft.com/office/powerpoint/2010/main" val="16850654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620080" y="3212976"/>
            <a:ext cx="7615808" cy="2950096"/>
          </a:xfrm>
        </p:spPr>
        <p:txBody>
          <a:bodyPr>
            <a:normAutofit lnSpcReduction="10000"/>
          </a:bodyPr>
          <a:lstStyle/>
          <a:p>
            <a:r>
              <a:rPr lang="tr-TR" dirty="0"/>
              <a:t>Dünyada 1500 civarında çeşidi olan kiraz, tatlı aromalı, sulu ve sert çekirdekli bir meyve türüdür. Kiraz; kalsiyum, çinko, potasyum, </a:t>
            </a:r>
            <a:r>
              <a:rPr lang="tr-TR" dirty="0" err="1"/>
              <a:t>karotenoidler</a:t>
            </a:r>
            <a:r>
              <a:rPr lang="tr-TR" dirty="0"/>
              <a:t>, lif, ve C vitamini, demir, </a:t>
            </a:r>
            <a:r>
              <a:rPr lang="tr-TR" dirty="0" err="1"/>
              <a:t>tiamin</a:t>
            </a:r>
            <a:r>
              <a:rPr lang="tr-TR" dirty="0"/>
              <a:t>, </a:t>
            </a:r>
            <a:r>
              <a:rPr lang="tr-TR" dirty="0" err="1"/>
              <a:t>riboflavin</a:t>
            </a:r>
            <a:r>
              <a:rPr lang="tr-TR" dirty="0"/>
              <a:t>, </a:t>
            </a:r>
            <a:r>
              <a:rPr lang="tr-TR" dirty="0" err="1"/>
              <a:t>niasin</a:t>
            </a:r>
            <a:r>
              <a:rPr lang="tr-TR" dirty="0"/>
              <a:t>, magnezyum, E ve B6 vitaminleri bakımından zengin bir </a:t>
            </a:r>
            <a:r>
              <a:rPr lang="tr-TR" dirty="0" smtClean="0"/>
              <a:t>meyvedir</a:t>
            </a:r>
          </a:p>
          <a:p>
            <a:r>
              <a:rPr lang="tr-TR" dirty="0" smtClean="0"/>
              <a:t>Yukarıdaki şekilde yıllara göre bazı ülkelerin yıllık kiraz üretimi gösterilmiştir. Türkiye ise bu listenin başında yer almaktadır.</a:t>
            </a:r>
            <a:endParaRPr lang="tr-TR" dirty="0"/>
          </a:p>
        </p:txBody>
      </p:sp>
      <p:pic>
        <p:nvPicPr>
          <p:cNvPr id="1026" name="Picture 2" descr="C:\Users\Monster\Pictures\Screenshots\Ekran Görüntüsü (11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7504" y="404664"/>
            <a:ext cx="8640960" cy="288032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14419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665907" y="2857922"/>
            <a:ext cx="7543800" cy="3886200"/>
          </a:xfrm>
        </p:spPr>
        <p:txBody>
          <a:bodyPr/>
          <a:lstStyle/>
          <a:p>
            <a:r>
              <a:rPr lang="tr-TR" dirty="0" smtClean="0"/>
              <a:t>Sınıflandırma için uygulanacak adımlar yukarıda verilmiştir.</a:t>
            </a:r>
          </a:p>
          <a:p>
            <a:r>
              <a:rPr lang="tr-TR" dirty="0" smtClean="0"/>
              <a:t>İlk olarak renkli görüntü alınmıştır.</a:t>
            </a:r>
          </a:p>
          <a:p>
            <a:r>
              <a:rPr lang="tr-TR" dirty="0" smtClean="0"/>
              <a:t>Daha sonra bu renkli görüntü sadece siyah ve beyaz renklerden oluşacak hale getirilmiştir. </a:t>
            </a:r>
          </a:p>
          <a:p>
            <a:r>
              <a:rPr lang="tr-TR" dirty="0" smtClean="0"/>
              <a:t>Oluşan bazı piksel toplulukları belirli piksel sayısının altında olduğu için, bu nesneler görüntüden kaldırılmıştır.</a:t>
            </a:r>
            <a:endParaRPr lang="tr-TR" dirty="0"/>
          </a:p>
        </p:txBody>
      </p:sp>
      <p:pic>
        <p:nvPicPr>
          <p:cNvPr id="3074" name="Picture 2" descr="C:\Users\Monster\Pictures\Screenshots\Ekran Görüntüsü (11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59632" y="476672"/>
            <a:ext cx="6356350" cy="2381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430624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711176" y="2708920"/>
            <a:ext cx="7543800" cy="3886200"/>
          </a:xfrm>
        </p:spPr>
        <p:txBody>
          <a:bodyPr/>
          <a:lstStyle/>
          <a:p>
            <a:r>
              <a:rPr lang="tr-TR" dirty="0" smtClean="0"/>
              <a:t>Resmin sınırları </a:t>
            </a:r>
            <a:r>
              <a:rPr lang="tr-TR" dirty="0" err="1" smtClean="0"/>
              <a:t>eşikleme</a:t>
            </a:r>
            <a:r>
              <a:rPr lang="tr-TR" dirty="0" smtClean="0"/>
              <a:t> yöntemi ile belirlenmiştir.</a:t>
            </a:r>
          </a:p>
          <a:p>
            <a:r>
              <a:rPr lang="tr-TR" dirty="0" smtClean="0"/>
              <a:t>Sınırları belirlenen kiraz meyvelerinin büyüklükleri hesaplanmıştır.</a:t>
            </a:r>
          </a:p>
          <a:p>
            <a:r>
              <a:rPr lang="tr-TR" dirty="0" smtClean="0"/>
              <a:t>Kirazlar boyutlarına göre sınıflandırılmıştır.</a:t>
            </a:r>
            <a:endParaRPr lang="tr-TR" dirty="0"/>
          </a:p>
        </p:txBody>
      </p:sp>
      <p:pic>
        <p:nvPicPr>
          <p:cNvPr id="5" name="Picture 2" descr="C:\Users\Monster\Pictures\Screenshots\Ekran Görüntüsü (113).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04901" y="404664"/>
            <a:ext cx="6356350" cy="23812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067733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827584" y="4509120"/>
            <a:ext cx="6781800" cy="1600200"/>
          </a:xfrm>
        </p:spPr>
        <p:txBody>
          <a:bodyPr>
            <a:normAutofit/>
          </a:bodyPr>
          <a:lstStyle/>
          <a:p>
            <a:r>
              <a:rPr lang="tr-TR" sz="3200" dirty="0" smtClean="0"/>
              <a:t>1. Adım: Renkli görüntünün alınması</a:t>
            </a:r>
            <a:endParaRPr lang="tr-TR" sz="3200" dirty="0"/>
          </a:p>
        </p:txBody>
      </p:sp>
      <p:pic>
        <p:nvPicPr>
          <p:cNvPr id="4" name="Picture 2" descr="C:\Users\Monster\Pictures\Screenshots\Ekran Görüntüsü (11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404664"/>
            <a:ext cx="7126288" cy="3667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24936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sz="3200" dirty="0" smtClean="0"/>
              <a:t>2. Adım : Görüntünün siyah-beyaz hale dönüştürülmesi</a:t>
            </a:r>
            <a:endParaRPr lang="tr-TR" sz="3200" dirty="0"/>
          </a:p>
        </p:txBody>
      </p:sp>
      <p:pic>
        <p:nvPicPr>
          <p:cNvPr id="5122" name="Picture 2" descr="C:\Users\Monster\Pictures\Screenshots\Ekran Görüntüsü (114).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616" y="476672"/>
            <a:ext cx="6640513" cy="36004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753023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sz="3200" dirty="0" smtClean="0"/>
              <a:t>3. Adım : Sınırların Belirlenmesi ve Nesne Tanımlaması</a:t>
            </a:r>
            <a:endParaRPr lang="tr-TR" sz="3200" dirty="0"/>
          </a:p>
        </p:txBody>
      </p:sp>
      <p:pic>
        <p:nvPicPr>
          <p:cNvPr id="6146" name="Picture 2" descr="C:\Users\Monster\Pictures\Screenshots\Ekran Görüntüsü (115).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15616" y="476672"/>
            <a:ext cx="6697663" cy="36671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246533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sz="3200" dirty="0" smtClean="0"/>
              <a:t>4. Adım : Bulunan nesnelerin alanları doğrultusunda sınıflandırılması</a:t>
            </a:r>
            <a:endParaRPr lang="tr-TR" sz="3200" dirty="0"/>
          </a:p>
        </p:txBody>
      </p:sp>
      <p:pic>
        <p:nvPicPr>
          <p:cNvPr id="7170" name="Picture 2" descr="C:\Users\Monster\Pictures\Screenshots\Ekran Görüntüsü (116).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5656" y="404664"/>
            <a:ext cx="5476875" cy="31908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5563402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1"/>
          </p:nvPr>
        </p:nvSpPr>
        <p:spPr>
          <a:xfrm>
            <a:off x="728563" y="2636912"/>
            <a:ext cx="7543800" cy="3886200"/>
          </a:xfrm>
        </p:spPr>
        <p:txBody>
          <a:bodyPr/>
          <a:lstStyle/>
          <a:p>
            <a:r>
              <a:rPr lang="tr-TR" dirty="0" smtClean="0"/>
              <a:t>Daha önce belirtilen çeşitli işlemler sonucu, kiraz meyvesi görselleri yukarıdaki tabloya göre küçük, orta ya da büyük olarak sınıflandırılmıştır.</a:t>
            </a:r>
            <a:endParaRPr lang="tr-TR" dirty="0"/>
          </a:p>
        </p:txBody>
      </p:sp>
      <p:pic>
        <p:nvPicPr>
          <p:cNvPr id="2050" name="Picture 2" descr="C:\Users\Monster\Pictures\Screenshots\Ekran Görüntüsü (112).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1520" y="476672"/>
            <a:ext cx="8497887" cy="26003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966752"/>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NewsPrint">
  <a:themeElements>
    <a:clrScheme name="NewsPrint">
      <a:dk1>
        <a:sysClr val="windowText" lastClr="000000"/>
      </a:dk1>
      <a:lt1>
        <a:sysClr val="window" lastClr="FFFFFF"/>
      </a:lt1>
      <a:dk2>
        <a:srgbClr val="303030"/>
      </a:dk2>
      <a:lt2>
        <a:srgbClr val="DEDEE0"/>
      </a:lt2>
      <a:accent1>
        <a:srgbClr val="AD0101"/>
      </a:accent1>
      <a:accent2>
        <a:srgbClr val="726056"/>
      </a:accent2>
      <a:accent3>
        <a:srgbClr val="AC956E"/>
      </a:accent3>
      <a:accent4>
        <a:srgbClr val="808DA9"/>
      </a:accent4>
      <a:accent5>
        <a:srgbClr val="424E5B"/>
      </a:accent5>
      <a:accent6>
        <a:srgbClr val="730E00"/>
      </a:accent6>
      <a:hlink>
        <a:srgbClr val="D26900"/>
      </a:hlink>
      <a:folHlink>
        <a:srgbClr val="D89243"/>
      </a:folHlink>
    </a:clrScheme>
    <a:fontScheme name="NewsPrint">
      <a:majorFont>
        <a:latin typeface="Impact"/>
        <a:ea typeface=""/>
        <a:cs typeface=""/>
        <a:font script="Jpan" typeface="HGP創英角ｺﾞｼｯｸUB"/>
        <a:font script="Hang" typeface="HY견고딕"/>
        <a:font script="Hans" typeface="微软雅黑"/>
        <a:font script="Hant" typeface="微軟正黑體"/>
        <a:font script="Arab" typeface="Tahoma"/>
        <a:font script="Hebr" typeface="Tohoma"/>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NewsPrint">
      <a:fillStyleLst>
        <a:solidFill>
          <a:schemeClr val="phClr"/>
        </a:solidFill>
        <a:gradFill rotWithShape="1">
          <a:gsLst>
            <a:gs pos="0">
              <a:schemeClr val="phClr">
                <a:tint val="37000"/>
                <a:hueMod val="100000"/>
                <a:satMod val="200000"/>
                <a:lumMod val="88000"/>
              </a:schemeClr>
            </a:gs>
            <a:gs pos="100000">
              <a:schemeClr val="phClr">
                <a:tint val="53000"/>
                <a:shade val="100000"/>
                <a:hueMod val="100000"/>
                <a:satMod val="350000"/>
                <a:lumMod val="79000"/>
              </a:schemeClr>
            </a:gs>
          </a:gsLst>
          <a:lin ang="5400000" scaled="1"/>
        </a:gradFill>
        <a:gradFill rotWithShape="1">
          <a:gsLst>
            <a:gs pos="0">
              <a:schemeClr val="phClr">
                <a:tint val="83000"/>
                <a:shade val="100000"/>
                <a:alpha val="100000"/>
                <a:hueMod val="100000"/>
                <a:satMod val="220000"/>
                <a:lumMod val="90000"/>
              </a:schemeClr>
            </a:gs>
            <a:gs pos="76000">
              <a:schemeClr val="phClr">
                <a:shade val="100000"/>
              </a:schemeClr>
            </a:gs>
            <a:gs pos="100000">
              <a:schemeClr val="phClr">
                <a:shade val="93000"/>
                <a:alpha val="100000"/>
                <a:satMod val="100000"/>
                <a:lumMod val="93000"/>
              </a:schemeClr>
            </a:gs>
          </a:gsLst>
          <a:path path="circle">
            <a:fillToRect l="15000" t="15000" r="100000" b="100000"/>
          </a:path>
        </a:gradFill>
      </a:fillStyleLst>
      <a:lnStyleLst>
        <a:ln w="15875" cap="flat" cmpd="sng" algn="ctr">
          <a:solidFill>
            <a:schemeClr val="phClr"/>
          </a:solidFill>
          <a:prstDash val="solid"/>
        </a:ln>
        <a:ln w="22225" cap="flat" cmpd="sng" algn="ctr">
          <a:solidFill>
            <a:schemeClr val="phClr"/>
          </a:solidFill>
          <a:prstDash val="solid"/>
        </a:ln>
        <a:ln w="34925" cap="flat" cmpd="sng" algn="ctr">
          <a:solidFill>
            <a:schemeClr val="phClr"/>
          </a:solidFill>
          <a:prstDash val="solid"/>
        </a:ln>
      </a:lnStyleLst>
      <a:effectStyleLst>
        <a:effectStyle>
          <a:effectLst>
            <a:outerShdw blurRad="50800" dist="12700" dir="5280000" rotWithShape="0">
              <a:srgbClr val="000000">
                <a:alpha val="40000"/>
              </a:srgbClr>
            </a:outerShdw>
          </a:effectLst>
        </a:effectStyle>
        <a:effectStyle>
          <a:effectLst>
            <a:outerShdw blurRad="38100" dist="38100" dir="5400000" rotWithShape="0">
              <a:srgbClr val="000000">
                <a:alpha val="35000"/>
              </a:srgbClr>
            </a:outerShdw>
          </a:effectLst>
        </a:effectStyle>
        <a:effectStyle>
          <a:effectLst>
            <a:outerShdw blurRad="38100" dist="38100" dir="5400000" rotWithShape="0">
              <a:srgbClr val="000000">
                <a:alpha val="35000"/>
              </a:srgbClr>
            </a:outerShdw>
          </a:effectLst>
          <a:scene3d>
            <a:camera prst="orthographicFront">
              <a:rot lat="0" lon="0" rev="0"/>
            </a:camera>
            <a:lightRig rig="brightRoom" dir="tl"/>
          </a:scene3d>
          <a:sp3d contourW="12700">
            <a:bevelT w="31750" h="12700"/>
            <a:contourClr>
              <a:schemeClr val="phClr"/>
            </a:contourClr>
          </a:sp3d>
        </a:effectStyle>
      </a:effectStyleLst>
      <a:bgFillStyleLst>
        <a:solidFill>
          <a:schemeClr val="phClr"/>
        </a:solidFill>
        <a:gradFill rotWithShape="1">
          <a:gsLst>
            <a:gs pos="0">
              <a:schemeClr val="phClr">
                <a:tint val="93000"/>
              </a:schemeClr>
            </a:gs>
            <a:gs pos="100000">
              <a:schemeClr val="phClr">
                <a:shade val="55000"/>
              </a:schemeClr>
            </a:gs>
          </a:gsLst>
          <a:lin ang="5400000" scaled="1"/>
        </a:gradFill>
        <a:blipFill rotWithShape="1">
          <a:blip xmlns:r="http://schemas.openxmlformats.org/officeDocument/2006/relationships" r:embed="rId1">
            <a:duotone>
              <a:schemeClr val="phClr">
                <a:shade val="20000"/>
                <a:satMod val="350000"/>
                <a:lumMod val="125000"/>
              </a:schemeClr>
              <a:schemeClr val="phClr">
                <a:tint val="90000"/>
                <a:satMod val="250000"/>
              </a:schemeClr>
            </a:duotone>
          </a:blip>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Newsprint</Template>
  <TotalTime>61</TotalTime>
  <Words>273</Words>
  <Application>Microsoft Office PowerPoint</Application>
  <PresentationFormat>Ekran Gösterisi (4:3)</PresentationFormat>
  <Paragraphs>18</Paragraphs>
  <Slides>10</Slides>
  <Notes>0</Notes>
  <HiddenSlides>0</HiddenSlides>
  <MMClips>0</MMClips>
  <ScaleCrop>false</ScaleCrop>
  <HeadingPairs>
    <vt:vector size="4" baseType="variant">
      <vt:variant>
        <vt:lpstr>Tema</vt:lpstr>
      </vt:variant>
      <vt:variant>
        <vt:i4>1</vt:i4>
      </vt:variant>
      <vt:variant>
        <vt:lpstr>Slayt Başlıkları</vt:lpstr>
      </vt:variant>
      <vt:variant>
        <vt:i4>10</vt:i4>
      </vt:variant>
    </vt:vector>
  </HeadingPairs>
  <TitlesOfParts>
    <vt:vector size="11" baseType="lpstr">
      <vt:lpstr>NewsPrint</vt:lpstr>
      <vt:lpstr>Görüntü İşleme Teknikleri ile Kiraz Meyvesinin Sınıflandırılması</vt:lpstr>
      <vt:lpstr>Önbilgi</vt:lpstr>
      <vt:lpstr>PowerPoint Sunusu</vt:lpstr>
      <vt:lpstr>PowerPoint Sunusu</vt:lpstr>
      <vt:lpstr>PowerPoint Sunusu</vt:lpstr>
      <vt:lpstr>1. Adım: Renkli görüntünün alınması</vt:lpstr>
      <vt:lpstr>2. Adım : Görüntünün siyah-beyaz hale dönüştürülmesi</vt:lpstr>
      <vt:lpstr>3. Adım : Sınırların Belirlenmesi ve Nesne Tanımlaması</vt:lpstr>
      <vt:lpstr>4. Adım : Bulunan nesnelerin alanları doğrultusunda sınıflandırılması</vt:lpstr>
      <vt:lpstr>PowerPoint Sunusu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Görüntü İşleme Teknikleri ile Kiraz Meyvesinin Sınıflandırılması</dc:title>
  <dc:creator>Emrah ERTAN</dc:creator>
  <cp:lastModifiedBy>Monster</cp:lastModifiedBy>
  <cp:revision>21</cp:revision>
  <dcterms:created xsi:type="dcterms:W3CDTF">2022-11-12T14:05:49Z</dcterms:created>
  <dcterms:modified xsi:type="dcterms:W3CDTF">2022-11-12T15:09:50Z</dcterms:modified>
</cp:coreProperties>
</file>